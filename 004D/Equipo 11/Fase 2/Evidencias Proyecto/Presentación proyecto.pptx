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eague Spartan" charset="1" panose="00000800000000000000"/>
      <p:regular r:id="rId16"/>
    </p:embeddedFont>
    <p:embeddedFont>
      <p:font typeface="Lovelo" charset="1" panose="02000000000000000000"/>
      <p:regular r:id="rId17"/>
    </p:embeddedFont>
    <p:embeddedFont>
      <p:font typeface="Open Sans" charset="1" panose="020B0606030504020204"/>
      <p:regular r:id="rId18"/>
    </p:embeddedFont>
    <p:embeddedFont>
      <p:font typeface="Open Sans Bold" charset="1" panose="020B08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google.com/url?sa=i&amp;url=https%3A%2F%2Fes.wikipedia.org%2Fwiki%2FArchivo%3ANew_Firebase_logo.svg&amp;psig=AOvVaw0gbuvSIl6YOzs2hsp6Q09x&amp;ust=1763786338475000&amp;source=images&amp;cd=vfe&amp;opi=89978449&amp;ved=0CBUQjRxqFwoTCIjnwKK2gpEDFQAAAAAdAAAAABAi" TargetMode="External" Type="http://schemas.openxmlformats.org/officeDocument/2006/relationships/hyperlink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https://www.google.com/url?sa=i&amp;url=https%3A%2F%2Fes.wikipedia.org%2Fwiki%2FArchivo%3ANew_Firebase_logo.svg&amp;psig=AOvVaw0gbuvSIl6YOzs2hsp6Q09x&amp;ust=1763786338475000&amp;source=images&amp;cd=vfe&amp;opi=89978449&amp;ved=0CBUQjRxqFwoTCIjnwKK2gpEDFQAAAAAdAAAAABAi" TargetMode="External" Type="http://schemas.openxmlformats.org/officeDocument/2006/relationships/hyperlink"/><Relationship Id="rId8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9585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628388" y="3086100"/>
            <a:ext cx="3893473" cy="4114800"/>
          </a:xfrm>
          <a:custGeom>
            <a:avLst/>
            <a:gdLst/>
            <a:ahLst/>
            <a:cxnLst/>
            <a:rect r="r" b="b" t="t" l="l"/>
            <a:pathLst>
              <a:path h="4114800" w="3893473">
                <a:moveTo>
                  <a:pt x="0" y="0"/>
                </a:moveTo>
                <a:lnTo>
                  <a:pt x="3893473" y="0"/>
                </a:lnTo>
                <a:lnTo>
                  <a:pt x="3893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32462" y="4219463"/>
            <a:ext cx="11415932" cy="79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72"/>
              </a:lnSpc>
              <a:spcBef>
                <a:spcPct val="0"/>
              </a:spcBef>
            </a:pPr>
            <a:r>
              <a:rPr lang="en-US" sz="5600" spc="1657">
                <a:solidFill>
                  <a:srgbClr val="68806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FIREMAPS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32462" y="8171271"/>
            <a:ext cx="1141593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515">
                <a:solidFill>
                  <a:srgbClr val="688066"/>
                </a:solidFill>
                <a:latin typeface="Lovelo"/>
                <a:ea typeface="Lovelo"/>
                <a:cs typeface="Lovelo"/>
                <a:sym typeface="Lovelo"/>
              </a:rPr>
              <a:t>Ingenieríaen informática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32462" y="8836025"/>
            <a:ext cx="1141593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429">
                <a:solidFill>
                  <a:srgbClr val="688066"/>
                </a:solidFill>
                <a:latin typeface="Lovelo"/>
                <a:ea typeface="Lovelo"/>
                <a:cs typeface="Lovelo"/>
                <a:sym typeface="Lovelo"/>
              </a:rPr>
              <a:t>Alexander Lucero, Pedro Salazar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51650" y="0"/>
            <a:ext cx="8184700" cy="10287000"/>
            <a:chOff x="0" y="0"/>
            <a:chExt cx="215564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564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55641">
                  <a:moveTo>
                    <a:pt x="0" y="0"/>
                  </a:moveTo>
                  <a:lnTo>
                    <a:pt x="2155641" y="0"/>
                  </a:lnTo>
                  <a:lnTo>
                    <a:pt x="21556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55641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3731" y="1157289"/>
            <a:ext cx="12785919" cy="7972422"/>
            <a:chOff x="0" y="0"/>
            <a:chExt cx="3367485" cy="20997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67485" cy="2099733"/>
            </a:xfrm>
            <a:custGeom>
              <a:avLst/>
              <a:gdLst/>
              <a:ahLst/>
              <a:cxnLst/>
              <a:rect r="r" b="b" t="t" l="l"/>
              <a:pathLst>
                <a:path h="2099733" w="3367485">
                  <a:moveTo>
                    <a:pt x="0" y="0"/>
                  </a:moveTo>
                  <a:lnTo>
                    <a:pt x="3367485" y="0"/>
                  </a:lnTo>
                  <a:lnTo>
                    <a:pt x="3367485" y="2099733"/>
                  </a:lnTo>
                  <a:lnTo>
                    <a:pt x="0" y="20997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688066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67485" cy="2137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655661" y="1897671"/>
            <a:ext cx="6976677" cy="6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CONTENIDO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42371" y="2745240"/>
            <a:ext cx="4203258" cy="650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5249"/>
              </a:lnSpc>
              <a:buAutoNum type="arabicPeriod" startAt="1"/>
            </a:pPr>
            <a:r>
              <a:rPr lang="en-US" sz="2499" spc="429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Introducción</a:t>
            </a:r>
          </a:p>
          <a:p>
            <a:pPr algn="l" marL="539749" indent="-269875" lvl="1">
              <a:lnSpc>
                <a:spcPts val="5249"/>
              </a:lnSpc>
              <a:buAutoNum type="arabicPeriod" startAt="1"/>
            </a:pPr>
            <a:r>
              <a:rPr lang="en-US" sz="2499" spc="429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metodología</a:t>
            </a:r>
          </a:p>
          <a:p>
            <a:pPr algn="l" marL="539749" indent="-269875" lvl="1">
              <a:lnSpc>
                <a:spcPts val="5249"/>
              </a:lnSpc>
              <a:buAutoNum type="arabicPeriod" startAt="1"/>
            </a:pPr>
            <a:r>
              <a:rPr lang="en-US" sz="2499" spc="429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Problemática del proyecto.</a:t>
            </a:r>
          </a:p>
          <a:p>
            <a:pPr algn="l" marL="539749" indent="-269875" lvl="1">
              <a:lnSpc>
                <a:spcPts val="5249"/>
              </a:lnSpc>
              <a:buAutoNum type="arabicPeriod" startAt="1"/>
            </a:pPr>
            <a:r>
              <a:rPr lang="en-US" sz="2499" spc="429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Solución propuesta.</a:t>
            </a:r>
          </a:p>
          <a:p>
            <a:pPr algn="l" marL="539749" indent="-269875" lvl="1">
              <a:lnSpc>
                <a:spcPts val="5249"/>
              </a:lnSpc>
              <a:buAutoNum type="arabicPeriod" startAt="1"/>
            </a:pPr>
            <a:r>
              <a:rPr lang="en-US" sz="2499" spc="429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Caso de uso.</a:t>
            </a:r>
          </a:p>
          <a:p>
            <a:pPr algn="l" marL="539749" indent="-269875" lvl="1">
              <a:lnSpc>
                <a:spcPts val="5249"/>
              </a:lnSpc>
              <a:buAutoNum type="arabicPeriod" startAt="1"/>
            </a:pPr>
            <a:r>
              <a:rPr lang="en-US" sz="2499" spc="429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Arquitectura de la solución.</a:t>
            </a:r>
          </a:p>
          <a:p>
            <a:pPr algn="l" marL="539749" indent="-269875" lvl="1">
              <a:lnSpc>
                <a:spcPts val="5249"/>
              </a:lnSpc>
              <a:buAutoNum type="arabicPeriod" startAt="1"/>
            </a:pPr>
            <a:r>
              <a:rPr lang="en-US" sz="2499" spc="429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Conclusiones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77495" y="2050965"/>
            <a:ext cx="12785919" cy="5260260"/>
            <a:chOff x="0" y="0"/>
            <a:chExt cx="3367485" cy="1385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67485" cy="1385418"/>
            </a:xfrm>
            <a:custGeom>
              <a:avLst/>
              <a:gdLst/>
              <a:ahLst/>
              <a:cxnLst/>
              <a:rect r="r" b="b" t="t" l="l"/>
              <a:pathLst>
                <a:path h="1385418" w="3367485">
                  <a:moveTo>
                    <a:pt x="0" y="0"/>
                  </a:moveTo>
                  <a:lnTo>
                    <a:pt x="3367485" y="0"/>
                  </a:lnTo>
                  <a:lnTo>
                    <a:pt x="3367485" y="1385418"/>
                  </a:lnTo>
                  <a:lnTo>
                    <a:pt x="0" y="13854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68806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67485" cy="1423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3867239"/>
            <a:ext cx="14897122" cy="6532065"/>
            <a:chOff x="0" y="0"/>
            <a:chExt cx="3923522" cy="17203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23522" cy="1720379"/>
            </a:xfrm>
            <a:custGeom>
              <a:avLst/>
              <a:gdLst/>
              <a:ahLst/>
              <a:cxnLst/>
              <a:rect r="r" b="b" t="t" l="l"/>
              <a:pathLst>
                <a:path h="1720379" w="3923522">
                  <a:moveTo>
                    <a:pt x="0" y="0"/>
                  </a:moveTo>
                  <a:lnTo>
                    <a:pt x="3923522" y="0"/>
                  </a:lnTo>
                  <a:lnTo>
                    <a:pt x="3923522" y="1720379"/>
                  </a:lnTo>
                  <a:lnTo>
                    <a:pt x="0" y="1720379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923522" cy="175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51163" y="5313219"/>
            <a:ext cx="11394797" cy="6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INTRODUCCIÓN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1163" y="6591123"/>
            <a:ext cx="11394797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FireMaps es una aplicación que permite a los usuarios reportar emergencias directamente al cuerpo de bomberos. Cada reporte queda registrado en la plataforma, asegurando trazabilidad y seguimiento de los incidentes. Su diseño busca ser escalable y de impacto nacional en la gestión de emergencias.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8567" y="1261517"/>
            <a:ext cx="16619419" cy="8607917"/>
            <a:chOff x="0" y="0"/>
            <a:chExt cx="4377131" cy="22671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7131" cy="2267106"/>
            </a:xfrm>
            <a:custGeom>
              <a:avLst/>
              <a:gdLst/>
              <a:ahLst/>
              <a:cxnLst/>
              <a:rect r="r" b="b" t="t" l="l"/>
              <a:pathLst>
                <a:path h="2267106" w="4377131">
                  <a:moveTo>
                    <a:pt x="0" y="0"/>
                  </a:moveTo>
                  <a:lnTo>
                    <a:pt x="4377131" y="0"/>
                  </a:lnTo>
                  <a:lnTo>
                    <a:pt x="4377131" y="2267106"/>
                  </a:lnTo>
                  <a:lnTo>
                    <a:pt x="0" y="22671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68806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77131" cy="2305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252757" y="0"/>
            <a:ext cx="15035243" cy="9063685"/>
            <a:chOff x="0" y="0"/>
            <a:chExt cx="3959899" cy="23871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59899" cy="2387143"/>
            </a:xfrm>
            <a:custGeom>
              <a:avLst/>
              <a:gdLst/>
              <a:ahLst/>
              <a:cxnLst/>
              <a:rect r="r" b="b" t="t" l="l"/>
              <a:pathLst>
                <a:path h="2387143" w="3959899">
                  <a:moveTo>
                    <a:pt x="0" y="0"/>
                  </a:moveTo>
                  <a:lnTo>
                    <a:pt x="3959899" y="0"/>
                  </a:lnTo>
                  <a:lnTo>
                    <a:pt x="3959899" y="2387143"/>
                  </a:lnTo>
                  <a:lnTo>
                    <a:pt x="0" y="2387143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959899" cy="2425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911741" y="1924533"/>
            <a:ext cx="10838889" cy="6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METODOLOGÍA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11741" y="3594100"/>
            <a:ext cx="11394797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Proyecto se organizará con la metodología ágil Scrum, dividiendo el trabajo en etapas y sprints semanales.</a:t>
            </a: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Desarrollo de la base de datos (Firebase)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Funciones principales de la App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Pruebas y ajustes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Entregar el prototipo con su documentación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73623" y="1028700"/>
            <a:ext cx="5725814" cy="7308825"/>
            <a:chOff x="0" y="0"/>
            <a:chExt cx="1508033" cy="19249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08033" cy="1924958"/>
            </a:xfrm>
            <a:custGeom>
              <a:avLst/>
              <a:gdLst/>
              <a:ahLst/>
              <a:cxnLst/>
              <a:rect r="r" b="b" t="t" l="l"/>
              <a:pathLst>
                <a:path h="1924958" w="1508033">
                  <a:moveTo>
                    <a:pt x="0" y="0"/>
                  </a:moveTo>
                  <a:lnTo>
                    <a:pt x="1508033" y="0"/>
                  </a:lnTo>
                  <a:lnTo>
                    <a:pt x="1508033" y="1924958"/>
                  </a:lnTo>
                  <a:lnTo>
                    <a:pt x="0" y="1924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68806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08033" cy="1963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758115"/>
            <a:ext cx="6410298" cy="1139283"/>
            <a:chOff x="0" y="0"/>
            <a:chExt cx="1688309" cy="3000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88309" cy="300058"/>
            </a:xfrm>
            <a:custGeom>
              <a:avLst/>
              <a:gdLst/>
              <a:ahLst/>
              <a:cxnLst/>
              <a:rect r="r" b="b" t="t" l="l"/>
              <a:pathLst>
                <a:path h="300058" w="1688309">
                  <a:moveTo>
                    <a:pt x="0" y="0"/>
                  </a:moveTo>
                  <a:lnTo>
                    <a:pt x="1688309" y="0"/>
                  </a:lnTo>
                  <a:lnTo>
                    <a:pt x="1688309" y="300058"/>
                  </a:lnTo>
                  <a:lnTo>
                    <a:pt x="0" y="300058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88309" cy="338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8249" y="1824202"/>
            <a:ext cx="6169018" cy="101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3500" spc="1036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PROBLEMÁTICA DEL PROYECTO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52757" y="3458962"/>
            <a:ext cx="15035243" cy="6828038"/>
            <a:chOff x="0" y="0"/>
            <a:chExt cx="3959899" cy="17983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59899" cy="1798331"/>
            </a:xfrm>
            <a:custGeom>
              <a:avLst/>
              <a:gdLst/>
              <a:ahLst/>
              <a:cxnLst/>
              <a:rect r="r" b="b" t="t" l="l"/>
              <a:pathLst>
                <a:path h="1798331" w="3959899">
                  <a:moveTo>
                    <a:pt x="0" y="0"/>
                  </a:moveTo>
                  <a:lnTo>
                    <a:pt x="3959899" y="0"/>
                  </a:lnTo>
                  <a:lnTo>
                    <a:pt x="3959899" y="1798331"/>
                  </a:lnTo>
                  <a:lnTo>
                    <a:pt x="0" y="1798331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59899" cy="183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801983" y="4343387"/>
            <a:ext cx="4879082" cy="52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spc="22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Emergencias múltiples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48082" y="4343387"/>
            <a:ext cx="4879082" cy="52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spc="22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Limitaciones importantes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45186" y="5095875"/>
            <a:ext cx="4879082" cy="480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Los bomberos enfrentan una diversidad de emergencias incendios estructurales y forestales, rescates vehiculares y en altura, accidentes con materiales peligrosos y apoyo en emergencias médicas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Estas emergencias </a:t>
            </a: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requieren información rápida, confiable y centralizada.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57448" y="5095875"/>
            <a:ext cx="4879082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Existen plataformas globales, pero con baja cobertura local y sin integración comunitaria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ya que no se ofrecen rutas de evacuación claras y la desinformación puede generar accidentes y perdida de tiempo a brigadas.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73623" y="1028700"/>
            <a:ext cx="5725814" cy="7308825"/>
            <a:chOff x="0" y="0"/>
            <a:chExt cx="1508033" cy="19249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08033" cy="1924958"/>
            </a:xfrm>
            <a:custGeom>
              <a:avLst/>
              <a:gdLst/>
              <a:ahLst/>
              <a:cxnLst/>
              <a:rect r="r" b="b" t="t" l="l"/>
              <a:pathLst>
                <a:path h="1924958" w="1508033">
                  <a:moveTo>
                    <a:pt x="0" y="0"/>
                  </a:moveTo>
                  <a:lnTo>
                    <a:pt x="1508033" y="0"/>
                  </a:lnTo>
                  <a:lnTo>
                    <a:pt x="1508033" y="1924958"/>
                  </a:lnTo>
                  <a:lnTo>
                    <a:pt x="0" y="1924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68806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08033" cy="1963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758115"/>
            <a:ext cx="6410298" cy="1139283"/>
            <a:chOff x="0" y="0"/>
            <a:chExt cx="1688309" cy="3000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88309" cy="300058"/>
            </a:xfrm>
            <a:custGeom>
              <a:avLst/>
              <a:gdLst/>
              <a:ahLst/>
              <a:cxnLst/>
              <a:rect r="r" b="b" t="t" l="l"/>
              <a:pathLst>
                <a:path h="300058" w="1688309">
                  <a:moveTo>
                    <a:pt x="0" y="0"/>
                  </a:moveTo>
                  <a:lnTo>
                    <a:pt x="1688309" y="0"/>
                  </a:lnTo>
                  <a:lnTo>
                    <a:pt x="1688309" y="300058"/>
                  </a:lnTo>
                  <a:lnTo>
                    <a:pt x="0" y="300058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88309" cy="338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8249" y="1824202"/>
            <a:ext cx="6169018" cy="101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3500" spc="1036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SOLUCIÓN A LA PROBLEMÁTICA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52757" y="3458962"/>
            <a:ext cx="15035243" cy="6828038"/>
            <a:chOff x="0" y="0"/>
            <a:chExt cx="3959899" cy="17983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59899" cy="1798331"/>
            </a:xfrm>
            <a:custGeom>
              <a:avLst/>
              <a:gdLst/>
              <a:ahLst/>
              <a:cxnLst/>
              <a:rect r="r" b="b" t="t" l="l"/>
              <a:pathLst>
                <a:path h="1798331" w="3959899">
                  <a:moveTo>
                    <a:pt x="0" y="0"/>
                  </a:moveTo>
                  <a:lnTo>
                    <a:pt x="3959899" y="0"/>
                  </a:lnTo>
                  <a:lnTo>
                    <a:pt x="3959899" y="1798331"/>
                  </a:lnTo>
                  <a:lnTo>
                    <a:pt x="0" y="1798331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59899" cy="183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801983" y="4343387"/>
            <a:ext cx="4879082" cy="52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spc="22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Emergencias múltiples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48082" y="4343387"/>
            <a:ext cx="4879082" cy="52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spc="22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Limitaciones importantes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45186" y="5095875"/>
            <a:ext cx="4879082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Reúne información en una sola interfaz.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Conecta los reportes de los usuarios a las brigadas y mantiene un registro.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Reporte de emergencias con geolocalización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57448" y="5095875"/>
            <a:ext cx="4879082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Alertas y notificaciones en tiempo real.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Acceso a FireMaps desde cualquier dispositivo.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Permite que cualquier usuario reporte focos de emergencia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6404" y="838411"/>
            <a:ext cx="15815192" cy="8610177"/>
            <a:chOff x="0" y="0"/>
            <a:chExt cx="4165318" cy="22677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65318" cy="2267701"/>
            </a:xfrm>
            <a:custGeom>
              <a:avLst/>
              <a:gdLst/>
              <a:ahLst/>
              <a:cxnLst/>
              <a:rect r="r" b="b" t="t" l="l"/>
              <a:pathLst>
                <a:path h="2267701" w="4165318">
                  <a:moveTo>
                    <a:pt x="0" y="0"/>
                  </a:moveTo>
                  <a:lnTo>
                    <a:pt x="4165318" y="0"/>
                  </a:lnTo>
                  <a:lnTo>
                    <a:pt x="4165318" y="2267701"/>
                  </a:lnTo>
                  <a:lnTo>
                    <a:pt x="0" y="2267701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65318" cy="2305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286989" y="1295263"/>
            <a:ext cx="11394797" cy="6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CASOS DE USO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866130" y="192960"/>
            <a:ext cx="12785919" cy="5260260"/>
            <a:chOff x="0" y="0"/>
            <a:chExt cx="3367485" cy="13854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67485" cy="1385418"/>
            </a:xfrm>
            <a:custGeom>
              <a:avLst/>
              <a:gdLst/>
              <a:ahLst/>
              <a:cxnLst/>
              <a:rect r="r" b="b" t="t" l="l"/>
              <a:pathLst>
                <a:path h="1385418" w="3367485">
                  <a:moveTo>
                    <a:pt x="0" y="0"/>
                  </a:moveTo>
                  <a:lnTo>
                    <a:pt x="3367485" y="0"/>
                  </a:lnTo>
                  <a:lnTo>
                    <a:pt x="3367485" y="1385418"/>
                  </a:lnTo>
                  <a:lnTo>
                    <a:pt x="0" y="13854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688066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67485" cy="1423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30211" y="4695810"/>
            <a:ext cx="12785919" cy="5260260"/>
            <a:chOff x="0" y="0"/>
            <a:chExt cx="3367485" cy="13854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67485" cy="1385418"/>
            </a:xfrm>
            <a:custGeom>
              <a:avLst/>
              <a:gdLst/>
              <a:ahLst/>
              <a:cxnLst/>
              <a:rect r="r" b="b" t="t" l="l"/>
              <a:pathLst>
                <a:path h="1385418" w="3367485">
                  <a:moveTo>
                    <a:pt x="0" y="0"/>
                  </a:moveTo>
                  <a:lnTo>
                    <a:pt x="3367485" y="0"/>
                  </a:lnTo>
                  <a:lnTo>
                    <a:pt x="3367485" y="1385418"/>
                  </a:lnTo>
                  <a:lnTo>
                    <a:pt x="0" y="13854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688066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367485" cy="1423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505788" y="2709644"/>
            <a:ext cx="12957200" cy="5487152"/>
          </a:xfrm>
          <a:custGeom>
            <a:avLst/>
            <a:gdLst/>
            <a:ahLst/>
            <a:cxnLst/>
            <a:rect r="r" b="b" t="t" l="l"/>
            <a:pathLst>
              <a:path h="5487152" w="12957200">
                <a:moveTo>
                  <a:pt x="0" y="0"/>
                </a:moveTo>
                <a:lnTo>
                  <a:pt x="12957199" y="0"/>
                </a:lnTo>
                <a:lnTo>
                  <a:pt x="12957199" y="5487152"/>
                </a:lnTo>
                <a:lnTo>
                  <a:pt x="0" y="5487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73623" y="1028700"/>
            <a:ext cx="5725814" cy="7308825"/>
            <a:chOff x="0" y="0"/>
            <a:chExt cx="1508033" cy="19249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08033" cy="1924958"/>
            </a:xfrm>
            <a:custGeom>
              <a:avLst/>
              <a:gdLst/>
              <a:ahLst/>
              <a:cxnLst/>
              <a:rect r="r" b="b" t="t" l="l"/>
              <a:pathLst>
                <a:path h="1924958" w="1508033">
                  <a:moveTo>
                    <a:pt x="0" y="0"/>
                  </a:moveTo>
                  <a:lnTo>
                    <a:pt x="1508033" y="0"/>
                  </a:lnTo>
                  <a:lnTo>
                    <a:pt x="1508033" y="1924958"/>
                  </a:lnTo>
                  <a:lnTo>
                    <a:pt x="0" y="1924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68806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08033" cy="1963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758115"/>
            <a:ext cx="6410298" cy="1139283"/>
            <a:chOff x="0" y="0"/>
            <a:chExt cx="1688309" cy="3000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88309" cy="300058"/>
            </a:xfrm>
            <a:custGeom>
              <a:avLst/>
              <a:gdLst/>
              <a:ahLst/>
              <a:cxnLst/>
              <a:rect r="r" b="b" t="t" l="l"/>
              <a:pathLst>
                <a:path h="300058" w="1688309">
                  <a:moveTo>
                    <a:pt x="0" y="0"/>
                  </a:moveTo>
                  <a:lnTo>
                    <a:pt x="1688309" y="0"/>
                  </a:lnTo>
                  <a:lnTo>
                    <a:pt x="1688309" y="300058"/>
                  </a:lnTo>
                  <a:lnTo>
                    <a:pt x="0" y="300058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88309" cy="338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3458962"/>
            <a:ext cx="18288000" cy="6828038"/>
            <a:chOff x="0" y="0"/>
            <a:chExt cx="4816593" cy="1798331"/>
          </a:xfrm>
        </p:grpSpPr>
        <p:sp>
          <p:nvSpPr>
            <p:cNvPr name="Freeform 9" id="9">
              <a:hlinkClick r:id="rId2" tooltip="https://www.google.com/url?sa=i&amp;url=https%3A%2F%2Fes.wikipedia.org%2Fwiki%2FArchivo%3ANew_Firebase_logo.svg&amp;psig=AOvVaw0gbuvSIl6YOzs2hsp6Q09x&amp;ust=1763786338475000&amp;source=images&amp;cd=vfe&amp;opi=89978449&amp;ved=0CBUQjRxqFwoTCIjnwKK2gpEDFQAAAAAdAAAAABAi"/>
            </p:cNvPr>
            <p:cNvSpPr/>
            <p:nvPr/>
          </p:nvSpPr>
          <p:spPr>
            <a:xfrm flipH="false" flipV="false" rot="0">
              <a:off x="0" y="0"/>
              <a:ext cx="4816592" cy="1798331"/>
            </a:xfrm>
            <a:custGeom>
              <a:avLst/>
              <a:gdLst/>
              <a:ahLst/>
              <a:cxnLst/>
              <a:rect r="r" b="b" t="t" l="l"/>
              <a:pathLst>
                <a:path h="179833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98331"/>
                  </a:lnTo>
                  <a:lnTo>
                    <a:pt x="0" y="1798331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183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66656" y="5434324"/>
            <a:ext cx="1565848" cy="959082"/>
          </a:xfrm>
          <a:custGeom>
            <a:avLst/>
            <a:gdLst/>
            <a:ahLst/>
            <a:cxnLst/>
            <a:rect r="r" b="b" t="t" l="l"/>
            <a:pathLst>
              <a:path h="959082" w="1565848">
                <a:moveTo>
                  <a:pt x="0" y="0"/>
                </a:moveTo>
                <a:lnTo>
                  <a:pt x="1565848" y="0"/>
                </a:lnTo>
                <a:lnTo>
                  <a:pt x="1565848" y="959081"/>
                </a:lnTo>
                <a:lnTo>
                  <a:pt x="0" y="959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506197" y="5382248"/>
            <a:ext cx="2740922" cy="928487"/>
          </a:xfrm>
          <a:custGeom>
            <a:avLst/>
            <a:gdLst/>
            <a:ahLst/>
            <a:cxnLst/>
            <a:rect r="r" b="b" t="t" l="l"/>
            <a:pathLst>
              <a:path h="928487" w="2740922">
                <a:moveTo>
                  <a:pt x="0" y="0"/>
                </a:moveTo>
                <a:lnTo>
                  <a:pt x="2740922" y="0"/>
                </a:lnTo>
                <a:lnTo>
                  <a:pt x="2740922" y="928488"/>
                </a:lnTo>
                <a:lnTo>
                  <a:pt x="0" y="928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27727" y="6872981"/>
            <a:ext cx="1704777" cy="1022866"/>
          </a:xfrm>
          <a:custGeom>
            <a:avLst/>
            <a:gdLst/>
            <a:ahLst/>
            <a:cxnLst/>
            <a:rect r="r" b="b" t="t" l="l"/>
            <a:pathLst>
              <a:path h="1022866" w="1704777">
                <a:moveTo>
                  <a:pt x="0" y="0"/>
                </a:moveTo>
                <a:lnTo>
                  <a:pt x="1704777" y="0"/>
                </a:lnTo>
                <a:lnTo>
                  <a:pt x="1704777" y="1022866"/>
                </a:lnTo>
                <a:lnTo>
                  <a:pt x="0" y="10228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>
            <a:hlinkClick r:id="rId7" tooltip="https://www.google.com/url?sa=i&amp;url=https%3A%2F%2Fes.wikipedia.org%2Fwiki%2FArchivo%3ANew_Firebase_logo.svg&amp;psig=AOvVaw0gbuvSIl6YOzs2hsp6Q09x&amp;ust=1763786338475000&amp;source=images&amp;cd=vfe&amp;opi=89978449&amp;ved=0CBUQjRxqFwoTCIjnwKK2gpEDFQAAAAAdAAAAABAi"/>
          </p:cNvPr>
          <p:cNvSpPr/>
          <p:nvPr/>
        </p:nvSpPr>
        <p:spPr>
          <a:xfrm flipH="false" flipV="false" rot="0">
            <a:off x="4105372" y="6872981"/>
            <a:ext cx="1213271" cy="1213271"/>
          </a:xfrm>
          <a:custGeom>
            <a:avLst/>
            <a:gdLst/>
            <a:ahLst/>
            <a:cxnLst/>
            <a:rect r="r" b="b" t="t" l="l"/>
            <a:pathLst>
              <a:path h="1213271" w="1213271">
                <a:moveTo>
                  <a:pt x="0" y="0"/>
                </a:moveTo>
                <a:lnTo>
                  <a:pt x="1213271" y="0"/>
                </a:lnTo>
                <a:lnTo>
                  <a:pt x="1213271" y="1213271"/>
                </a:lnTo>
                <a:lnTo>
                  <a:pt x="0" y="12132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98290" y="8535822"/>
            <a:ext cx="3013717" cy="825005"/>
          </a:xfrm>
          <a:custGeom>
            <a:avLst/>
            <a:gdLst/>
            <a:ahLst/>
            <a:cxnLst/>
            <a:rect r="r" b="b" t="t" l="l"/>
            <a:pathLst>
              <a:path h="825005" w="3013717">
                <a:moveTo>
                  <a:pt x="0" y="0"/>
                </a:moveTo>
                <a:lnTo>
                  <a:pt x="3013717" y="0"/>
                </a:lnTo>
                <a:lnTo>
                  <a:pt x="3013717" y="825005"/>
                </a:lnTo>
                <a:lnTo>
                  <a:pt x="0" y="8250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64560" y="1944437"/>
            <a:ext cx="5481177" cy="134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887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ARQUITECTURA DE LA SOLUCIÓN.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66656" y="3997948"/>
            <a:ext cx="4879082" cy="52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spc="22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Componentes principales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57448" y="5960687"/>
            <a:ext cx="4879082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Framework multiplataforma para la interfaz móvil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Framework frontend para la lógica de la app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Backend gestionado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Plugins de Ionic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8567" y="1261517"/>
            <a:ext cx="15897130" cy="6785788"/>
            <a:chOff x="0" y="0"/>
            <a:chExt cx="4186898" cy="1787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86898" cy="1787203"/>
            </a:xfrm>
            <a:custGeom>
              <a:avLst/>
              <a:gdLst/>
              <a:ahLst/>
              <a:cxnLst/>
              <a:rect r="r" b="b" t="t" l="l"/>
              <a:pathLst>
                <a:path h="1787203" w="4186898">
                  <a:moveTo>
                    <a:pt x="0" y="0"/>
                  </a:moveTo>
                  <a:lnTo>
                    <a:pt x="4186898" y="0"/>
                  </a:lnTo>
                  <a:lnTo>
                    <a:pt x="4186898" y="1787203"/>
                  </a:lnTo>
                  <a:lnTo>
                    <a:pt x="0" y="17872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68806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86898" cy="182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5035243" cy="6828038"/>
            <a:chOff x="0" y="0"/>
            <a:chExt cx="3959899" cy="17983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59899" cy="1798331"/>
            </a:xfrm>
            <a:custGeom>
              <a:avLst/>
              <a:gdLst/>
              <a:ahLst/>
              <a:cxnLst/>
              <a:rect r="r" b="b" t="t" l="l"/>
              <a:pathLst>
                <a:path h="1798331" w="3959899">
                  <a:moveTo>
                    <a:pt x="0" y="0"/>
                  </a:moveTo>
                  <a:lnTo>
                    <a:pt x="3959899" y="0"/>
                  </a:lnTo>
                  <a:lnTo>
                    <a:pt x="3959899" y="1798331"/>
                  </a:lnTo>
                  <a:lnTo>
                    <a:pt x="0" y="1798331"/>
                  </a:lnTo>
                  <a:close/>
                </a:path>
              </a:pathLst>
            </a:custGeom>
            <a:solidFill>
              <a:srgbClr val="688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959899" cy="183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013709" y="2194807"/>
            <a:ext cx="11394797" cy="6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CONCLUSIONES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13709" y="3556959"/>
            <a:ext cx="11394797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proyecto demuestra ser una aplicación escalable y funcional. Aun con aspectos por perfeccionar, cumple con los objetivos principales. La idea del proyecto es que llegue al menos a un nivel nacional.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688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19316" y="4488181"/>
            <a:ext cx="9449368" cy="6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MUCHAS GRACIAS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31907" y="8121650"/>
            <a:ext cx="8424187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spc="515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Ingenieríaen informática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36025"/>
            <a:ext cx="162306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429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Alexander Lucero y Pedro Salazar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DAG5Goxq33k</dc:identifier>
  <dcterms:modified xsi:type="dcterms:W3CDTF">2011-08-01T06:04:30Z</dcterms:modified>
  <cp:revision>1</cp:revision>
  <dc:title>Presentación Propuesta de proyecto Minimalista Verde</dc:title>
</cp:coreProperties>
</file>